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751c24ac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751c24ac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751c24a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751c24a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51c24ac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51c24ac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51c24ac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51c24a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51c24ac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51c24ac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676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3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8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112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3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8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